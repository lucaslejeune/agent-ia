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Guide développeur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 IA local — Node.js / TypeScript /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api/ : routes</a:t>
            </a:r>
          </a:p>
          <a:p>
            <a:r>
              <a:t>agent/ : orchestrateur</a:t>
            </a:r>
          </a:p>
          <a:p>
            <a:r>
              <a:t>llm/ : client Ollama</a:t>
            </a:r>
          </a:p>
          <a:p>
            <a:r>
              <a:t>rag/ : chunker, ingest, retriever</a:t>
            </a:r>
          </a:p>
          <a:p>
            <a:r>
              <a:t>tools/ : registre + outils</a:t>
            </a:r>
          </a:p>
          <a:p>
            <a:r>
              <a:t>db/ : connexion, schéma, repo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Ajouter un outil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defineTool(name, description, JSON schema, zod, run)</a:t>
            </a:r>
          </a:p>
          <a:p>
            <a:r>
              <a:t>registry.register(outil)</a:t>
            </a:r>
          </a:p>
          <a:p>
            <a:r>
              <a:t>Écrire le test</a:t>
            </a:r>
          </a:p>
          <a:p>
            <a:r>
              <a:t>Décrire précisément quand l'utiliser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npm test : chunking, similarité, calcul, SQL, chemins</a:t>
            </a:r>
          </a:p>
          <a:p>
            <a:r>
              <a:t>npm run typecheck : strict, 0 erreur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