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de l'agent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 IA local — Node.js / TypeScript /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d'ensemble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HTTP → API REST (Fastify)</a:t>
            </a:r>
          </a:p>
          <a:p>
            <a:r>
              <a:t>Orchestrateur : prompt + RAG + LLM + outils</a:t>
            </a:r>
          </a:p>
          <a:p>
            <a:r>
              <a:t>Ollama : chat + embeddings (un seul host)</a:t>
            </a:r>
          </a:p>
          <a:p>
            <a:r>
              <a:t>SQLite : sessions, messages, contacts, chunks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Boucle de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Session créée/reprise</a:t>
            </a:r>
          </a:p>
          <a:p>
            <a:r>
              <a:t>2. Retrieval RAG (cosinus, top-k)</a:t>
            </a:r>
          </a:p>
          <a:p>
            <a:r>
              <a:t>3. Contexte = consignes + historique + extraits</a:t>
            </a:r>
          </a:p>
          <a:p>
            <a:r>
              <a:t>4. Appel LLM, outils si demandés (bornés)</a:t>
            </a:r>
          </a:p>
          <a:p>
            <a:r>
              <a:t>5. Persistance + réponse structurée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Chemins : resolve + realpath + préfixe</a:t>
            </a:r>
          </a:p>
          <a:p>
            <a:r>
              <a:t>SQL : SELECT seul + allowlist + connexion readonly</a:t>
            </a:r>
          </a:p>
          <a:p>
            <a:r>
              <a:t>Calcul : parseur, pas d'eval</a:t>
            </a:r>
          </a:p>
          <a:p>
            <a:r>
              <a:t>Pas de shell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Fastify + zod + better-sqlite3</a:t>
            </a:r>
          </a:p>
          <a:p>
            <a:r>
              <a:t>Cosinus côté application (BLOB Float32)</a:t>
            </a:r>
          </a:p>
          <a:p>
            <a:r>
              <a:t>Chunking 800/100 caractères</a:t>
            </a:r>
          </a:p>
          <a:p>
            <a:r>
              <a:t>Config 100 % via variables d'environnement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