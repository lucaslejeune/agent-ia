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Procédures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 IA local — Node.js / TypeScript /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Démarrage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ollama pull qwen3:8b + nomic-embed-text</a:t>
            </a:r>
          </a:p>
          <a:p>
            <a:r>
              <a:t>npm install ; cp .env.example .env</a:t>
            </a:r>
          </a:p>
          <a:p>
            <a:r>
              <a:t>npm run db:migrate ; npm run db:seed</a:t>
            </a:r>
          </a:p>
          <a:p>
            <a:r>
              <a:t>npm run dev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Démo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/health</a:t>
            </a:r>
          </a:p>
          <a:p>
            <a:r>
              <a:t>POST /ingest {"path":"."}</a:t>
            </a:r>
          </a:p>
          <a:p>
            <a:r>
              <a:t>POST /chat avec outils et sources</a:t>
            </a:r>
          </a:p>
          <a:p>
            <a:r>
              <a:t>Tests de sécurité S7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Ollama injoignable → ollama serve</a:t>
            </a:r>
          </a:p>
          <a:p>
            <a:r>
              <a:t>Modèle absent → ollama pull</a:t>
            </a:r>
          </a:p>
          <a:p>
            <a:r>
              <a:t>Timeout → LLM_TIMEOUT_MS</a:t>
            </a:r>
          </a:p>
          <a:p>
            <a:r>
              <a:t>Pas d'outil appelé → modèle sans tool calling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